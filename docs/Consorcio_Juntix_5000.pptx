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CONSÓRCIO JUNTIX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Financeiro Inteligente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R$ 5.000 | 5 Participantes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Acesse: Juntix.com.br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TABELA DE PAGAMENTOS MENSAIS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Participante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Mês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Mês 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Mês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Mês 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Mês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JOÃO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R$ 1.210,00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R$ 1.110,00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MARIA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R$ 1.210,00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R$ 1.110,00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JOANA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R$ 1.210,00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R$ 1.110,00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FERNANDA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R$ 1.210,00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R$ 1.110,00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R$ 1.210,00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R$ 1.110,00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Contemplado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JOÃO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MARIA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JOANA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FERNANDA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PEDRO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Acesse: Juntix.com.br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 POR PARTICIPANTE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Participante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Pago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Devolução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Líquido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Recebe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Custo Final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JOÃO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R$ 5.350,00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-R$ 166,67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</a:rPr>
                        <a:t>R$ 5.000,00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MARIA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R$ 5.350,00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-R$ 166,67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</a:rPr>
                        <a:t>R$ 5.000,00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JOANA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R$ 5.350,00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-R$ 166,67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</a:rPr>
                        <a:t>R$ 5.000,00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FERNANDA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R$ 5.350,00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-R$ 166,67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</a:rPr>
                        <a:t>R$ 5.000,00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R$ 5.350,00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-R$ 166,67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R$ 5.183,33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</a:rPr>
                        <a:t>R$ 5.000,00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R$ 183,33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Acesse: Juntix.com.br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COMPOSIÇÃO DOS VALORES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Mês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Parcela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Taxa Serviço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Fundo Reserva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Taxa Admin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R$ 200,00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R$ 1.210,00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R$ 1.010,00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R$ 1.000,00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R$ 100,00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R$ 1.110,00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Acesse: Juntix.com.br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DISTRIBUIÇÃO DE RECEITAS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DO ADMINISTRADOR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Administração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R$ 500,00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JUNTIX (PLATAFORMA)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de Reserva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R$ 166,65</a:t>
            </a:r>
            <a:endParaRPr lang="en-US" sz="11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Serviço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R$ 250,00</a:t>
            </a:r>
            <a:endParaRPr lang="en-US" sz="11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JUNTIX</a:t>
            </a:r>
            <a:endParaRPr lang="en-US" sz="11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R$ 416,65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Acesse: Juntix.com.br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JUNTIX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Planeje seu futuro com inteligência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Acesse: Juntix.com.br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Consórcio Juntix - R$ 5.000</dc:title>
  <dc:subject>PptxGenJS Presentation</dc:subject>
  <dc:creator>Juntix</dc:creator>
  <cp:lastModifiedBy>Juntix</cp:lastModifiedBy>
  <cp:revision>1</cp:revision>
  <dcterms:created xsi:type="dcterms:W3CDTF">2026-01-27T15:03:09Z</dcterms:created>
  <dcterms:modified xsi:type="dcterms:W3CDTF">2026-01-27T15:03:09Z</dcterms:modified>
</cp:coreProperties>
</file>